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1642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 With The App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 QR code to open the app, then follow the steps on the right.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880360"/>
            <a:ext cx="3017520" cy="32461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pic>
        <p:nvPicPr>
          <p:cNvPr id="7" name="Image 0" descr="/home/claude/qr_era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108960"/>
            <a:ext cx="2468880" cy="24688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77240" y="56235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erank.onrender.com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0" y="0"/>
            <a:ext cx="7589520" cy="6858000"/>
          </a:xfrm>
          <a:prstGeom prst="rect">
            <a:avLst/>
          </a:prstGeom>
          <a:solidFill>
            <a:srgbClr val="F4F8F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" name="Text 7"/>
          <p:cNvSpPr txBox="1"/>
          <p:nvPr/>
        </p:nvSpPr>
        <p:spPr>
          <a:xfrm>
            <a:off x="5120640" y="5029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This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5120640" y="13258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" name="Text 9"/>
          <p:cNvSpPr txBox="1"/>
          <p:nvPr/>
        </p:nvSpPr>
        <p:spPr>
          <a:xfrm>
            <a:off x="512064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5806440" y="1271016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get directions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5806440" y="1581912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taxis and route fares, then tap through to Google Maps for directions.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120640" y="216712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6" name="Text 13"/>
          <p:cNvSpPr txBox="1"/>
          <p:nvPr/>
        </p:nvSpPr>
        <p:spPr>
          <a:xfrm>
            <a:off x="5120640" y="2167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806440" y="2112264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&amp; share location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5806440" y="242316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and accept location sharing.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120640" y="3008376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0" name="Text 17"/>
          <p:cNvSpPr txBox="1"/>
          <p:nvPr/>
        </p:nvSpPr>
        <p:spPr>
          <a:xfrm>
            <a:off x="5120640" y="30083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5806440" y="2953512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plate &amp; board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06440" y="3264408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the taxi number plate and click Board.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120640" y="3849624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4" name="Text 21"/>
          <p:cNvSpPr txBox="1"/>
          <p:nvPr/>
        </p:nvSpPr>
        <p:spPr>
          <a:xfrm>
            <a:off x="5120640" y="3849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5806440" y="379476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manifest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5806440" y="4105656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travel manifest and save.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120640" y="469087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8" name="Text 25"/>
          <p:cNvSpPr txBox="1"/>
          <p:nvPr/>
        </p:nvSpPr>
        <p:spPr>
          <a:xfrm>
            <a:off x="5120640" y="4690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5806440" y="4636008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via WhatsApp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5806440" y="4946904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ride details with someone via WhatsApp.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5120640" y="55321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2" name="Text 29"/>
          <p:cNvSpPr txBox="1"/>
          <p:nvPr/>
        </p:nvSpPr>
        <p:spPr>
          <a:xfrm>
            <a:off x="5120640" y="5532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5806440" y="5477256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live tracking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5806440" y="5788152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them to open the link and track your live location.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</Words>
  <Application>Microsoft Office PowerPoint</Application>
  <PresentationFormat>Widescreen</PresentationFormat>
  <Paragraphs>23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Siyabonga Jose Ndzobondzobo</cp:lastModifiedBy>
  <cp:revision>2</cp:revision>
  <dcterms:created xsi:type="dcterms:W3CDTF">2026-09-20T23:51:51Z</dcterms:created>
  <dcterms:modified xsi:type="dcterms:W3CDTF">2026-09-20T23:55:37Z</dcterms:modified>
</cp:coreProperties>
</file>